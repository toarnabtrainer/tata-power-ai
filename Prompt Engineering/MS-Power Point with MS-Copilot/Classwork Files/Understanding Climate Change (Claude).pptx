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063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D5C3A"/>
          </a:solidFill>
          <a:ln w="12700">
            <a:solidFill>
              <a:srgbClr val="0D5C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D5C3A"/>
          </a:solidFill>
          <a:ln w="12700">
            <a:solidFill>
              <a:srgbClr val="0D5C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" cy="21945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CLIMATE CHANGE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Our Planet's Emergency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· Why It Matters · What We Can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Presentation for High School Students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0"/>
            <a:ext cx="822960" cy="822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Climate Change?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91440" cy="7772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197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Climate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patterns of temperature, rainfall &amp; weather across decades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91440" cy="7772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0939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Climate Change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865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Significant, lasting shift in global/regional climate patterns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35224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935224"/>
            <a:ext cx="91440" cy="7772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990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weather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82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weather ≠ climate — this is a planetary-scale shift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31336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3831336"/>
            <a:ext cx="91440" cy="7772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matters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178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happening 10–100× faster than any historical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2743200" cy="182880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2648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+1.2°C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12648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since 1850s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3154680"/>
            <a:ext cx="274320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26480" y="3291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800,000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126480" y="3977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— current CO₂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are the highest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period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Greenhouse Effect: Natural vs. Enhanced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 Natural GHE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Earth ~33°C warmer than it would be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5000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all life on Earth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00837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GHGs: CO₂, CH₄, N₂O, water vapour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666744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Sun's energy in → infrared trapped → warmth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931920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11155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  Enhanced GHE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16916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activities add extra GHGs to air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35000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heat trapped than naturally balanced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00837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now at ~422 ppm — highest in 800K yrs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666744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Disrupting the natural energy balance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2560320"/>
            <a:ext cx="457200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315968" y="2377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Causes of Climate Change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252728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2984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52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Fossil Fuels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Coal, oil &amp; gas power electricity,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industry — #1 cause (~75%)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14300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291840" y="1252728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2984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252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Deforestation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absorb CO₂; cutting them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stored carbon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14300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126480" y="125272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2984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252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Agriculture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2648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produce methane; rice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paddies &amp; fertilisers emit GHGs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783080" y="310896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874520" y="3218688"/>
            <a:ext cx="502920" cy="502920"/>
          </a:xfrm>
          <a:prstGeom prst="ellipse">
            <a:avLst/>
          </a:prstGeom>
          <a:solidFill>
            <a:srgbClr val="5A7A6E"/>
          </a:solidFill>
          <a:ln w="12700">
            <a:solidFill>
              <a:srgbClr val="5A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9384" y="32644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468880" y="3218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874520" y="3794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Cement, steel &amp; chemical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release CO₂ &amp; N₂O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17720" y="310896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709160" y="3218688"/>
            <a:ext cx="502920" cy="502920"/>
          </a:xfrm>
          <a:prstGeom prst="ellipse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326440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3218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Landfills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709160" y="3794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organic waste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methane gas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457200" y="4700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Fossil fuels account for ~75% of global greenhouse gas emissions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 — What's Already Happening?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60320" cy="4572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97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🌊  Rising Sea Levels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09928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cm rise since 1900.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Threatens Mumbai, Dhaka, Miami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560320" cy="4572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91840" y="1197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  Extreme Weather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709928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intense heatwaves,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floods, cyclones &amp; droughts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560320" cy="4572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1197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🧊  Melting 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709928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sea ice ↓40% since 1979.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Glaciers retreating globally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783080" y="306324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783080" y="3063240"/>
            <a:ext cx="2560320" cy="4572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874520" y="3118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 Ecosystem Disruption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630168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bleaching, shifting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seasons, species migration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7720" y="306324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17720" y="3063240"/>
            <a:ext cx="2560320" cy="4572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09160" y="3118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🌾  Food &amp; Water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630168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failures &amp; freshwater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shortages intensifying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Closer to Home — India's Climate Reality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16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2161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among the most climate-vulnerable nations (Global Climate Risk Index)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🌧️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562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disruption — erratic rainfall, delayed/early onset affects farming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4963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🏔️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4963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Himalayan glaciers retreating, threatening Ganga &amp; Brahmaputra river flows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136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1363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of Bengal seeing more severe and frequent cyclones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776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7764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heat islands — Delhi, Kolkata recording record-breaking summer temperatures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34340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416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4416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million people face high-to-extreme water stress across India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143000"/>
            <a:ext cx="2560320" cy="379476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17920" y="1325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17920" y="1874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600M+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17920" y="3218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water stress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3493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4th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17920" y="3877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at-risk nation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41513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1.5°C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17920" y="4535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exceeded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some regions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1.5°C Red Line — Why It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2860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28600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+1.2°C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 now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143000"/>
            <a:ext cx="22860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017520" y="1143000"/>
            <a:ext cx="228600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017520" y="11612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+1.5°C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0896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Paris Agreement target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143000"/>
            <a:ext cx="22860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577840" y="1143000"/>
            <a:ext cx="22860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0" y="11612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+2.0°C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Arctic summers ice-free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2860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Hottest year on record (2023)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651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reefs under severe stress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~1B exposed to heat extremes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08960" y="22860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coral reefs gone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8960" y="2651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70M+ exposed to coastal flooding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08960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biodiversity collapse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0" y="22860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of population in extreme heat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2651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small island nations lost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0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crop failures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We are currently on track for +2.7°C by 2100 under current policies — nearly double the Paris target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Solutions — What the World Can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4048" y="1225296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7101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225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Renewable Energy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18470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Solar, wind &amp; hydro replacing coal and oil as primary energy sources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310128" y="1225296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27101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0208" y="1225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Electrification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10128" y="18470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EVs, electric heating replacing fossil fuel systems globally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236208" y="1225296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27101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1225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Reforestation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36208" y="18470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forests as natural carbon sinks; protecting existing ones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384048" y="3145536"/>
            <a:ext cx="548640" cy="5486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191256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3145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Carbon Pricing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84048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pollution expensive, making clean energy competitive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00400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3310128" y="3145536"/>
            <a:ext cx="548640" cy="548640"/>
          </a:xfrm>
          <a:prstGeom prst="ellipse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191256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0208" y="3145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Sustainable Farming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10128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agriculture, reducing food waste, plant-rich diets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236208" y="3145536"/>
            <a:ext cx="548640" cy="548640"/>
          </a:xfrm>
          <a:prstGeom prst="ellipse">
            <a:avLst/>
          </a:prstGeom>
          <a:solidFill>
            <a:srgbClr val="5A7A6E"/>
          </a:solidFill>
          <a:ln w="12700">
            <a:solidFill>
              <a:srgbClr val="5A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191256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76288" y="3145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Industry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36208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hydrogen, carbon capture, low-carbon cement &amp; steel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274320" y="4681728"/>
            <a:ext cx="8595360" cy="30175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365760" y="4700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Renewable energy is now the CHEAPEST source of electricity in human history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Can YOU Do? Your Choices Matter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280160"/>
            <a:ext cx="530352" cy="5303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258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98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 Less Meat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9019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Plant-based diets cut food emissions by up to 50%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65176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310128" y="1280160"/>
            <a:ext cx="530352" cy="5303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3258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298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Low-Carbon Transport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10128" y="19019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Walk, cycle or use public transport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0972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126480" y="1097280"/>
            <a:ext cx="2651760" cy="914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236208" y="1280160"/>
            <a:ext cx="530352" cy="530352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32588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298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&amp; Recycle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36208" y="19019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electronics and fast fashion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4320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274320" y="2926080"/>
            <a:ext cx="2651760" cy="914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384048" y="3108960"/>
            <a:ext cx="530352" cy="53035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15468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3127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Energy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84048" y="37307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off lights; fans over ACs where possible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00400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3200400" y="2926080"/>
            <a:ext cx="265176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310128" y="3108960"/>
            <a:ext cx="530352" cy="5303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154680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31920" y="3127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 Up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310128" y="37307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Vote, advocate, join Fridays for Future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126480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6126480" y="2926080"/>
            <a:ext cx="2651760" cy="91440"/>
          </a:xfrm>
          <a:prstGeom prst="rect">
            <a:avLst/>
          </a:prstGeom>
          <a:solidFill>
            <a:srgbClr val="5A7A6E"/>
          </a:solidFill>
          <a:ln w="12700">
            <a:solidFill>
              <a:srgbClr val="5A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6236208" y="3108960"/>
            <a:ext cx="530352" cy="530352"/>
          </a:xfrm>
          <a:prstGeom prst="ellipse">
            <a:avLst/>
          </a:prstGeom>
          <a:solidFill>
            <a:srgbClr val="5A7A6E"/>
          </a:solidFill>
          <a:ln w="12700">
            <a:solidFill>
              <a:srgbClr val="5A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154680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58000" y="3127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 Informed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236208" y="37307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misinformation; be a climate communicator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274320" y="4663440"/>
            <a:ext cx="8595360" cy="329184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3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"Individual action alone won't fix it — but collective individual action can shift systems."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5C3A"/>
          </a:solidFill>
          <a:ln w="12700">
            <a:solidFill>
              <a:srgbClr val="0D5C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0D5C3A"/>
          </a:solidFill>
          <a:ln w="12700">
            <a:solidFill>
              <a:srgbClr val="0D5C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Time to Act Is Now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2004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is the defining challenge of your generation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is clear — delay is the most dangerous option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32257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exist; what's needed is political will &amp; public pressure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7980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first generation to fully feel the impacts…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327355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 last that can meaningfully prevent the worst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8229600" cy="713232"/>
          </a:xfrm>
          <a:prstGeom prst="rect">
            <a:avLst/>
          </a:prstGeom>
          <a:solidFill>
            <a:srgbClr val="0D5C3A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Earth does not belong to us. We belong to the Earth."  — Chief Seattle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Research one climate action you can take this week and commit to it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806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Change – High School Presentation</dc:title>
  <dc:subject>PptxGenJS Presentation</dc:subject>
  <dc:creator>Climate Education</dc:creator>
  <cp:lastModifiedBy>Arnab Chakraborty</cp:lastModifiedBy>
  <cp:revision>2</cp:revision>
  <dcterms:created xsi:type="dcterms:W3CDTF">2026-05-22T09:49:04Z</dcterms:created>
  <dcterms:modified xsi:type="dcterms:W3CDTF">2026-05-22T10:00:12Z</dcterms:modified>
</cp:coreProperties>
</file>