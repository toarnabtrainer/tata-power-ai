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1828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2-Hour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502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Trainer-facing infographic: session flow, delivery focus, and participant activity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02368" y="201168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BCD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1089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120-minute sprint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" y="960120"/>
            <a:ext cx="1135684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0881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rhythm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10512" y="1069848"/>
            <a:ext cx="1755648" cy="173736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069848"/>
            <a:ext cx="2340864" cy="173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07024" y="1069848"/>
            <a:ext cx="1755648" cy="173736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069848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concept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887968" y="1069848"/>
            <a:ext cx="704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demo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738360" y="10698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hands-on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22792" y="124358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every segment produces a reusable presentation asset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429768" y="1572768"/>
            <a:ext cx="2176272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1572768"/>
            <a:ext cx="2176272" cy="420624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1865376"/>
            <a:ext cx="2176272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" y="1682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17602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17190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0–15 min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76072" y="2185416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Direction</a:t>
            </a:r>
            <a:endParaRPr lang="en-US" sz="1410" dirty="0"/>
          </a:p>
        </p:txBody>
      </p:sp>
      <p:sp>
        <p:nvSpPr>
          <p:cNvPr id="24" name="Shape 22"/>
          <p:cNvSpPr/>
          <p:nvPr/>
        </p:nvSpPr>
        <p:spPr>
          <a:xfrm>
            <a:off x="576072" y="2551176"/>
            <a:ext cx="1883664" cy="896112"/>
          </a:xfrm>
          <a:prstGeom prst="roundRect">
            <a:avLst>
              <a:gd name="adj" fmla="val 5102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63347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segment</a:t>
            </a:r>
            <a:endParaRPr lang="en-US" sz="640" dirty="0"/>
          </a:p>
        </p:txBody>
      </p:sp>
      <p:sp>
        <p:nvSpPr>
          <p:cNvPr id="26" name="Text 24"/>
          <p:cNvSpPr/>
          <p:nvPr/>
        </p:nvSpPr>
        <p:spPr>
          <a:xfrm>
            <a:off x="667512" y="27980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0–5  Opening &amp; expectations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5–15 AI + PowerPoint workflow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DELIVERS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94360" y="3822192"/>
            <a:ext cx="45720" cy="429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813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 + end-to-end flow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" y="447141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DO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94360" y="4681728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challenge; identify bottleneck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rot="5400000">
            <a:off x="2615184" y="3785616"/>
            <a:ext cx="109728" cy="219456"/>
          </a:xfrm>
          <a:prstGeom prst="triangle">
            <a:avLst/>
          </a:prstGeom>
          <a:solidFill>
            <a:srgbClr val="B5C2D5"/>
          </a:solidFill>
          <a:ln w="12700">
            <a:solidFill>
              <a:srgbClr val="B5C2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1572768"/>
            <a:ext cx="2176272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24912" y="1572768"/>
            <a:ext cx="2176272" cy="420624"/>
          </a:xfrm>
          <a:prstGeom prst="roundRect">
            <a:avLst>
              <a:gd name="adj" fmla="val 1521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24912" y="1865376"/>
            <a:ext cx="2176272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0" y="1682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17602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00984" y="17190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15–30 min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2871216" y="2185416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 Prompts</a:t>
            </a:r>
            <a:endParaRPr lang="en-US" sz="1410" dirty="0"/>
          </a:p>
        </p:txBody>
      </p:sp>
      <p:sp>
        <p:nvSpPr>
          <p:cNvPr id="41" name="Shape 39"/>
          <p:cNvSpPr/>
          <p:nvPr/>
        </p:nvSpPr>
        <p:spPr>
          <a:xfrm>
            <a:off x="2871216" y="2551176"/>
            <a:ext cx="1883664" cy="896112"/>
          </a:xfrm>
          <a:prstGeom prst="roundRect">
            <a:avLst>
              <a:gd name="adj" fmla="val 5102"/>
            </a:avLst>
          </a:prstGeom>
          <a:solidFill>
            <a:srgbClr val="F1EAFE"/>
          </a:solidFill>
          <a:ln w="12700">
            <a:solidFill>
              <a:srgbClr val="F1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62656" y="263347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segment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2962656" y="27980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prompt formula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• context • audience • objective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889504" y="3657600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DELIVERS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889504" y="3822192"/>
            <a:ext cx="45720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9232" y="3813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structure for executive decks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889504" y="447141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DO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889504" y="4681728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weak prompt into strong prompt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 rot="5400000">
            <a:off x="4910328" y="3785616"/>
            <a:ext cx="109728" cy="219456"/>
          </a:xfrm>
          <a:prstGeom prst="triangle">
            <a:avLst/>
          </a:prstGeom>
          <a:solidFill>
            <a:srgbClr val="B5C2D5"/>
          </a:solidFill>
          <a:ln w="12700">
            <a:solidFill>
              <a:srgbClr val="B5C2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0056" y="1572768"/>
            <a:ext cx="2176272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0056" y="1572768"/>
            <a:ext cx="2176272" cy="420624"/>
          </a:xfrm>
          <a:prstGeom prst="roundRect">
            <a:avLst>
              <a:gd name="adj" fmla="val 1521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0056" y="1865376"/>
            <a:ext cx="2176272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9784" y="1682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9784" y="17602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596128" y="17190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30–45 min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5166360" y="2185416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 the Story</a:t>
            </a:r>
            <a:endParaRPr lang="en-US" sz="1410" dirty="0"/>
          </a:p>
        </p:txBody>
      </p:sp>
      <p:sp>
        <p:nvSpPr>
          <p:cNvPr id="58" name="Shape 56"/>
          <p:cNvSpPr/>
          <p:nvPr/>
        </p:nvSpPr>
        <p:spPr>
          <a:xfrm>
            <a:off x="5166360" y="2551176"/>
            <a:ext cx="1883664" cy="896112"/>
          </a:xfrm>
          <a:prstGeom prst="roundRect">
            <a:avLst>
              <a:gd name="adj" fmla="val 510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263347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segment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5257800" y="27980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 &amp; narrative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business narrative models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5184648" y="3657600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DELIVERS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184648" y="3822192"/>
            <a:ext cx="45720" cy="429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94376" y="3813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→ insight → action flow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84648" y="447141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DO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5184648" y="4681728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94376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6–8 slide storyboard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 rot="5400000">
            <a:off x="7205472" y="3785616"/>
            <a:ext cx="109728" cy="219456"/>
          </a:xfrm>
          <a:prstGeom prst="triangle">
            <a:avLst/>
          </a:prstGeom>
          <a:solidFill>
            <a:srgbClr val="B5C2D5"/>
          </a:solidFill>
          <a:ln w="12700">
            <a:solidFill>
              <a:srgbClr val="B5C2D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1572768"/>
            <a:ext cx="2176272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1572768"/>
            <a:ext cx="2176272" cy="420624"/>
          </a:xfrm>
          <a:prstGeom prst="roundRect">
            <a:avLst>
              <a:gd name="adj" fmla="val 1521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15200" y="1865376"/>
            <a:ext cx="2176272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24928" y="1682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24928" y="17602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891272" y="17190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45–80 min</a:t>
            </a:r>
            <a:endParaRPr lang="en-US" sz="830" dirty="0"/>
          </a:p>
        </p:txBody>
      </p:sp>
      <p:sp>
        <p:nvSpPr>
          <p:cNvPr id="74" name="Text 72"/>
          <p:cNvSpPr/>
          <p:nvPr/>
        </p:nvSpPr>
        <p:spPr>
          <a:xfrm>
            <a:off x="7461504" y="2185416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+ Refine</a:t>
            </a:r>
            <a:endParaRPr lang="en-US" sz="1410" dirty="0"/>
          </a:p>
        </p:txBody>
      </p:sp>
      <p:sp>
        <p:nvSpPr>
          <p:cNvPr id="75" name="Shape 73"/>
          <p:cNvSpPr/>
          <p:nvPr/>
        </p:nvSpPr>
        <p:spPr>
          <a:xfrm>
            <a:off x="7461504" y="2551176"/>
            <a:ext cx="1883664" cy="896112"/>
          </a:xfrm>
          <a:prstGeom prst="roundRect">
            <a:avLst>
              <a:gd name="adj" fmla="val 5102"/>
            </a:avLst>
          </a:prstGeom>
          <a:solidFill>
            <a:srgbClr val="E5F8F8"/>
          </a:solidFill>
          <a:ln w="12700">
            <a:solidFill>
              <a:srgbClr val="E5F8F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52944" y="263347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segment</a:t>
            </a:r>
            <a:endParaRPr lang="en-US" sz="640" dirty="0"/>
          </a:p>
        </p:txBody>
      </p:sp>
      <p:sp>
        <p:nvSpPr>
          <p:cNvPr id="77" name="Text 75"/>
          <p:cNvSpPr/>
          <p:nvPr/>
        </p:nvSpPr>
        <p:spPr>
          <a:xfrm>
            <a:off x="7552944" y="27980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45–65 Demo 1: create deck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65–80 Demo 2: improve slides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7479792" y="3657600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DELIVERS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7479792" y="3822192"/>
            <a:ext cx="45720" cy="42976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89520" y="3813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deck, rewrite, shorten, retone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479792" y="447141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DO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7479792" y="4681728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0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outline; refine 2–3 slides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 rot="5400000">
            <a:off x="9500616" y="3785616"/>
            <a:ext cx="109728" cy="219456"/>
          </a:xfrm>
          <a:prstGeom prst="triangle">
            <a:avLst/>
          </a:prstGeom>
          <a:solidFill>
            <a:srgbClr val="B5C2D5"/>
          </a:solidFill>
          <a:ln w="12700">
            <a:solidFill>
              <a:srgbClr val="B5C2D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10344" y="1572768"/>
            <a:ext cx="2176272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10344" y="1572768"/>
            <a:ext cx="2176272" cy="420624"/>
          </a:xfrm>
          <a:prstGeom prst="roundRect">
            <a:avLst>
              <a:gd name="adj" fmla="val 1521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10344" y="1865376"/>
            <a:ext cx="2176272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20072" y="1682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720072" y="17602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0186416" y="17190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80–120 min</a:t>
            </a:r>
            <a:endParaRPr lang="en-US" sz="830" dirty="0"/>
          </a:p>
        </p:txBody>
      </p:sp>
      <p:sp>
        <p:nvSpPr>
          <p:cNvPr id="91" name="Text 89"/>
          <p:cNvSpPr/>
          <p:nvPr/>
        </p:nvSpPr>
        <p:spPr>
          <a:xfrm>
            <a:off x="9756648" y="2185416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Visualize + Present</a:t>
            </a:r>
            <a:endParaRPr lang="en-US" sz="1410" dirty="0"/>
          </a:p>
        </p:txBody>
      </p:sp>
      <p:sp>
        <p:nvSpPr>
          <p:cNvPr id="92" name="Shape 90"/>
          <p:cNvSpPr/>
          <p:nvPr/>
        </p:nvSpPr>
        <p:spPr>
          <a:xfrm>
            <a:off x="9756648" y="2551176"/>
            <a:ext cx="1883664" cy="896112"/>
          </a:xfrm>
          <a:prstGeom prst="roundRect">
            <a:avLst>
              <a:gd name="adj" fmla="val 5102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848088" y="263347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segment</a:t>
            </a:r>
            <a:endParaRPr lang="en-US" sz="640" dirty="0"/>
          </a:p>
        </p:txBody>
      </p:sp>
      <p:sp>
        <p:nvSpPr>
          <p:cNvPr id="94" name="Text 92"/>
          <p:cNvSpPr/>
          <p:nvPr/>
        </p:nvSpPr>
        <p:spPr>
          <a:xfrm>
            <a:off x="9848088" y="27980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80–95 visuals/charts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95–108 notes &amp; summary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108–118 challenge; 118–120 wrap</a:t>
            </a:r>
            <a:endParaRPr lang="en-US" sz="740" dirty="0"/>
          </a:p>
        </p:txBody>
      </p:sp>
      <p:sp>
        <p:nvSpPr>
          <p:cNvPr id="95" name="Text 93"/>
          <p:cNvSpPr/>
          <p:nvPr/>
        </p:nvSpPr>
        <p:spPr>
          <a:xfrm>
            <a:off x="9774936" y="3657600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DELIVERS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9774936" y="3822192"/>
            <a:ext cx="4572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884664" y="3813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Infographics, speaker notes, exec summary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774936" y="4471416"/>
            <a:ext cx="1847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DO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9774936" y="4681728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884664" y="482803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slide, notes, peer review, commitment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29768" y="6199632"/>
            <a:ext cx="11356848" cy="292608"/>
          </a:xfrm>
          <a:prstGeom prst="roundRect">
            <a:avLst>
              <a:gd name="adj" fmla="val 15625"/>
            </a:avLst>
          </a:prstGeom>
          <a:solidFill>
            <a:srgbClr val="EEF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5216" y="6291072"/>
            <a:ext cx="11045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outcome: participants leave with a prompt framework, storyboard, improved slide examples, visual layout patterns, speaker notes, and a 5-slide mini deck.</a:t>
            </a:r>
            <a:endParaRPr lang="en-US" sz="760" dirty="0"/>
          </a:p>
        </p:txBody>
      </p:sp>
      <p:sp>
        <p:nvSpPr>
          <p:cNvPr id="103" name="Text 101"/>
          <p:cNvSpPr/>
          <p:nvPr/>
        </p:nvSpPr>
        <p:spPr>
          <a:xfrm>
            <a:off x="411480" y="6629400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PowerPoint — Creating impactful business presentations using prompt engineering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1828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Prompt-to-Presentation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502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Learner-facing infographic: how AI turns business intent into a decision-ready deck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02368" y="201168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BCD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2096" y="31089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 → impact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" y="987552"/>
            <a:ext cx="11201400" cy="585216"/>
          </a:xfrm>
          <a:prstGeom prst="roundRect">
            <a:avLst>
              <a:gd name="adj" fmla="val 10938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1247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prompt formula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333756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416052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498348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005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630" dirty="0"/>
          </a:p>
        </p:txBody>
      </p:sp>
      <p:sp>
        <p:nvSpPr>
          <p:cNvPr id="18" name="Shape 16"/>
          <p:cNvSpPr/>
          <p:nvPr/>
        </p:nvSpPr>
        <p:spPr>
          <a:xfrm>
            <a:off x="580644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662940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7452360" y="11155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1165860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8275320" y="1115568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1896" y="1165860"/>
            <a:ext cx="859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9281160" y="1115568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1165860"/>
            <a:ext cx="1188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criteria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804672" y="3502152"/>
            <a:ext cx="10661904" cy="0"/>
          </a:xfrm>
          <a:prstGeom prst="line">
            <a:avLst/>
          </a:prstGeom>
          <a:noFill/>
          <a:ln w="25400">
            <a:solidFill>
              <a:srgbClr val="A7B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11384280" y="3410712"/>
            <a:ext cx="164592" cy="182880"/>
          </a:xfrm>
          <a:prstGeom prst="triangle">
            <a:avLst/>
          </a:prstGeom>
          <a:solidFill>
            <a:srgbClr val="A7B4C8"/>
          </a:solidFill>
          <a:ln w="12700">
            <a:solidFill>
              <a:srgbClr val="A7B4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8136" y="2962656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3282696"/>
            <a:ext cx="438912" cy="43891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438912" y="1993392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1993392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22585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decision?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539496" y="26517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270662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statement</a:t>
            </a:r>
            <a:endParaRPr lang="en-US" sz="570" dirty="0"/>
          </a:p>
        </p:txBody>
      </p:sp>
      <p:sp>
        <p:nvSpPr>
          <p:cNvPr id="39" name="Shape 37"/>
          <p:cNvSpPr/>
          <p:nvPr/>
        </p:nvSpPr>
        <p:spPr>
          <a:xfrm>
            <a:off x="2569464" y="3721608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50008" y="3282696"/>
            <a:ext cx="438912" cy="438912"/>
          </a:xfrm>
          <a:prstGeom prst="ellipse">
            <a:avLst/>
          </a:prstGeom>
          <a:solidFill>
            <a:srgbClr val="00A6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0008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1920240" y="4041648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0240" y="4041648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93392" y="43068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02536" y="4517136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+ priorities?</a:t>
            </a:r>
            <a:endParaRPr lang="en-US" sz="670" dirty="0"/>
          </a:p>
        </p:txBody>
      </p:sp>
      <p:sp>
        <p:nvSpPr>
          <p:cNvPr id="46" name="Shape 44"/>
          <p:cNvSpPr/>
          <p:nvPr/>
        </p:nvSpPr>
        <p:spPr>
          <a:xfrm>
            <a:off x="2020824" y="4700016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5F8F8"/>
          </a:solidFill>
          <a:ln w="12700">
            <a:solidFill>
              <a:srgbClr val="E5F8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39112" y="4754880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lens</a:t>
            </a:r>
            <a:endParaRPr lang="en-US" sz="570" dirty="0"/>
          </a:p>
        </p:txBody>
      </p:sp>
      <p:sp>
        <p:nvSpPr>
          <p:cNvPr id="48" name="Shape 46"/>
          <p:cNvSpPr/>
          <p:nvPr/>
        </p:nvSpPr>
        <p:spPr>
          <a:xfrm>
            <a:off x="4050792" y="2962656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31336" y="3282696"/>
            <a:ext cx="438912" cy="438912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1336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3401568" y="1993392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01568" y="1993392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22585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Storyline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83864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narrative?</a:t>
            </a:r>
            <a:endParaRPr lang="en-US" sz="670" dirty="0"/>
          </a:p>
        </p:txBody>
      </p:sp>
      <p:sp>
        <p:nvSpPr>
          <p:cNvPr id="55" name="Shape 53"/>
          <p:cNvSpPr/>
          <p:nvPr/>
        </p:nvSpPr>
        <p:spPr>
          <a:xfrm>
            <a:off x="3502152" y="26517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1EAFE"/>
          </a:solidFill>
          <a:ln w="12700">
            <a:solidFill>
              <a:srgbClr val="F1EA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0440" y="270662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flow</a:t>
            </a:r>
            <a:endParaRPr lang="en-US" sz="570" dirty="0"/>
          </a:p>
        </p:txBody>
      </p:sp>
      <p:sp>
        <p:nvSpPr>
          <p:cNvPr id="57" name="Shape 55"/>
          <p:cNvSpPr/>
          <p:nvPr/>
        </p:nvSpPr>
        <p:spPr>
          <a:xfrm>
            <a:off x="5532120" y="3721608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12664" y="3282696"/>
            <a:ext cx="438912" cy="438912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12664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4882896" y="4041648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82896" y="4041648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56048" y="43068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965192" y="4517136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slide order?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4983480" y="4700016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01768" y="4754880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7013448" y="2962656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93992" y="3282696"/>
            <a:ext cx="438912" cy="438912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93992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30" dirty="0"/>
          </a:p>
        </p:txBody>
      </p:sp>
      <p:sp>
        <p:nvSpPr>
          <p:cNvPr id="69" name="Shape 67"/>
          <p:cNvSpPr/>
          <p:nvPr/>
        </p:nvSpPr>
        <p:spPr>
          <a:xfrm>
            <a:off x="6364224" y="1993392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64224" y="1993392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37376" y="22585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46520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visual?</a:t>
            </a:r>
            <a:endParaRPr lang="en-US" sz="670" dirty="0"/>
          </a:p>
        </p:txBody>
      </p:sp>
      <p:sp>
        <p:nvSpPr>
          <p:cNvPr id="73" name="Shape 71"/>
          <p:cNvSpPr/>
          <p:nvPr/>
        </p:nvSpPr>
        <p:spPr>
          <a:xfrm>
            <a:off x="6464808" y="26517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83096" y="270662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/ infographic</a:t>
            </a:r>
            <a:endParaRPr lang="en-US" sz="570" dirty="0"/>
          </a:p>
        </p:txBody>
      </p:sp>
      <p:sp>
        <p:nvSpPr>
          <p:cNvPr id="75" name="Shape 73"/>
          <p:cNvSpPr/>
          <p:nvPr/>
        </p:nvSpPr>
        <p:spPr>
          <a:xfrm>
            <a:off x="8494776" y="3721608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75320" y="3282696"/>
            <a:ext cx="438912" cy="43891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75320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30" dirty="0"/>
          </a:p>
        </p:txBody>
      </p:sp>
      <p:sp>
        <p:nvSpPr>
          <p:cNvPr id="78" name="Shape 76"/>
          <p:cNvSpPr/>
          <p:nvPr/>
        </p:nvSpPr>
        <p:spPr>
          <a:xfrm>
            <a:off x="7845552" y="4041648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45552" y="4041648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18704" y="43068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927848" y="4517136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explain?</a:t>
            </a:r>
            <a:endParaRPr lang="en-US" sz="670" dirty="0"/>
          </a:p>
        </p:txBody>
      </p:sp>
      <p:sp>
        <p:nvSpPr>
          <p:cNvPr id="82" name="Shape 80"/>
          <p:cNvSpPr/>
          <p:nvPr/>
        </p:nvSpPr>
        <p:spPr>
          <a:xfrm>
            <a:off x="7946136" y="4700016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64424" y="4754880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90-sec talk track</a:t>
            </a:r>
            <a:endParaRPr lang="en-US" sz="570" dirty="0"/>
          </a:p>
        </p:txBody>
      </p:sp>
      <p:sp>
        <p:nvSpPr>
          <p:cNvPr id="84" name="Shape 82"/>
          <p:cNvSpPr/>
          <p:nvPr/>
        </p:nvSpPr>
        <p:spPr>
          <a:xfrm>
            <a:off x="9976104" y="2962656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56648" y="3282696"/>
            <a:ext cx="438912" cy="438912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756648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30" dirty="0"/>
          </a:p>
        </p:txBody>
      </p:sp>
      <p:sp>
        <p:nvSpPr>
          <p:cNvPr id="87" name="Shape 85"/>
          <p:cNvSpPr/>
          <p:nvPr/>
        </p:nvSpPr>
        <p:spPr>
          <a:xfrm>
            <a:off x="9326880" y="1993392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26880" y="1993392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00032" y="22585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409176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polish?</a:t>
            </a:r>
            <a:endParaRPr lang="en-US" sz="670" dirty="0"/>
          </a:p>
        </p:txBody>
      </p:sp>
      <p:sp>
        <p:nvSpPr>
          <p:cNvPr id="91" name="Shape 89"/>
          <p:cNvSpPr/>
          <p:nvPr/>
        </p:nvSpPr>
        <p:spPr>
          <a:xfrm>
            <a:off x="9427464" y="265176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EEEEE"/>
          </a:solidFill>
          <a:ln w="12700">
            <a:solidFill>
              <a:srgbClr val="FEEE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445752" y="2706624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exec-ready slides</a:t>
            </a:r>
            <a:endParaRPr lang="en-US" sz="570" dirty="0"/>
          </a:p>
        </p:txBody>
      </p:sp>
      <p:sp>
        <p:nvSpPr>
          <p:cNvPr id="93" name="Shape 91"/>
          <p:cNvSpPr/>
          <p:nvPr/>
        </p:nvSpPr>
        <p:spPr>
          <a:xfrm>
            <a:off x="11457432" y="3721608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237976" y="3282696"/>
            <a:ext cx="438912" cy="438912"/>
          </a:xfrm>
          <a:prstGeom prst="ellipse">
            <a:avLst/>
          </a:prstGeom>
          <a:solidFill>
            <a:srgbClr val="1232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237976" y="34244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30" dirty="0"/>
          </a:p>
        </p:txBody>
      </p:sp>
      <p:sp>
        <p:nvSpPr>
          <p:cNvPr id="96" name="Shape 94"/>
          <p:cNvSpPr/>
          <p:nvPr/>
        </p:nvSpPr>
        <p:spPr>
          <a:xfrm>
            <a:off x="10808208" y="4041648"/>
            <a:ext cx="12984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808208" y="4041648"/>
            <a:ext cx="1298448" cy="164592"/>
          </a:xfrm>
          <a:prstGeom prst="roundRect">
            <a:avLst>
              <a:gd name="adj" fmla="val 22222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881360" y="43068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Deck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890504" y="4517136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ask?</a:t>
            </a:r>
            <a:endParaRPr lang="en-US" sz="670" dirty="0"/>
          </a:p>
        </p:txBody>
      </p:sp>
      <p:sp>
        <p:nvSpPr>
          <p:cNvPr id="100" name="Shape 98"/>
          <p:cNvSpPr/>
          <p:nvPr/>
        </p:nvSpPr>
        <p:spPr>
          <a:xfrm>
            <a:off x="10908792" y="4700016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7EEF5"/>
          </a:solidFill>
          <a:ln w="12700">
            <a:solidFill>
              <a:srgbClr val="E7EEF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927080" y="4754880"/>
            <a:ext cx="10607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mini-deck</a:t>
            </a:r>
            <a:endParaRPr lang="en-US" sz="570" dirty="0"/>
          </a:p>
        </p:txBody>
      </p:sp>
      <p:sp>
        <p:nvSpPr>
          <p:cNvPr id="102" name="Shape 100"/>
          <p:cNvSpPr/>
          <p:nvPr/>
        </p:nvSpPr>
        <p:spPr>
          <a:xfrm>
            <a:off x="9646920" y="5230368"/>
            <a:ext cx="2029968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29800" y="5376672"/>
            <a:ext cx="1664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participant artifact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9765792" y="559612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5-slide business mini deck</a:t>
            </a:r>
            <a:endParaRPr lang="en-US" sz="1020" dirty="0"/>
          </a:p>
        </p:txBody>
      </p:sp>
      <p:sp>
        <p:nvSpPr>
          <p:cNvPr id="105" name="Text 103"/>
          <p:cNvSpPr/>
          <p:nvPr/>
        </p:nvSpPr>
        <p:spPr>
          <a:xfrm>
            <a:off x="9802368" y="5843016"/>
            <a:ext cx="17190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• problem • insight • roadmap • decision</a:t>
            </a:r>
            <a:endParaRPr lang="en-US" sz="570" dirty="0"/>
          </a:p>
        </p:txBody>
      </p:sp>
      <p:sp>
        <p:nvSpPr>
          <p:cNvPr id="106" name="Shape 104"/>
          <p:cNvSpPr/>
          <p:nvPr/>
        </p:nvSpPr>
        <p:spPr>
          <a:xfrm>
            <a:off x="493776" y="5330952"/>
            <a:ext cx="88879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1E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5800" y="55595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quality gates</a:t>
            </a:r>
            <a:endParaRPr lang="en-US" sz="740" dirty="0"/>
          </a:p>
        </p:txBody>
      </p:sp>
      <p:sp>
        <p:nvSpPr>
          <p:cNvPr id="108" name="Shape 106"/>
          <p:cNvSpPr/>
          <p:nvPr/>
        </p:nvSpPr>
        <p:spPr>
          <a:xfrm>
            <a:off x="2423160" y="5513832"/>
            <a:ext cx="1207008" cy="22860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468880" y="557326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decision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3730752" y="5513832"/>
            <a:ext cx="1207008" cy="228600"/>
          </a:xfrm>
          <a:prstGeom prst="roundRect">
            <a:avLst>
              <a:gd name="adj" fmla="val 20000"/>
            </a:avLst>
          </a:prstGeom>
          <a:solidFill>
            <a:srgbClr val="E5F8F8"/>
          </a:solidFill>
          <a:ln w="12700">
            <a:solidFill>
              <a:srgbClr val="E5F8F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776472" y="557326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fit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5038344" y="5513832"/>
            <a:ext cx="1207008" cy="228600"/>
          </a:xfrm>
          <a:prstGeom prst="roundRect">
            <a:avLst>
              <a:gd name="adj" fmla="val 20000"/>
            </a:avLst>
          </a:prstGeom>
          <a:solidFill>
            <a:srgbClr val="F1EAFE"/>
          </a:solidFill>
          <a:ln w="12700">
            <a:solidFill>
              <a:srgbClr val="F1EAF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84064" y="557326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Concise message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6345936" y="5513832"/>
            <a:ext cx="1207008" cy="228600"/>
          </a:xfrm>
          <a:prstGeom prst="roundRect">
            <a:avLst>
              <a:gd name="adj" fmla="val 20000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91656" y="557326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evidence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7653528" y="5513832"/>
            <a:ext cx="1207008" cy="228600"/>
          </a:xfrm>
          <a:prstGeom prst="roundRect">
            <a:avLst>
              <a:gd name="adj" fmla="val 20000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699248" y="5573268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 checked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493776" y="6126480"/>
            <a:ext cx="11201400" cy="329184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76656" y="6236208"/>
            <a:ext cx="108447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cue: ask for structure first, then slides; critique the first draft; refine for executive clarity, visuals, notes, and decision-readiness.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411480" y="6629400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PowerPoint — Creating impactful business presentations using prompt engineering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PowerPoint Session Infographics</dc:title>
  <dc:subject>AI for PowerPoint 2-hour session infographics</dc:subject>
  <dc:creator>OpenAI</dc:creator>
  <cp:lastModifiedBy>OpenAI</cp:lastModifiedBy>
  <cp:revision>1</cp:revision>
  <dcterms:created xsi:type="dcterms:W3CDTF">2026-06-16T03:53:04Z</dcterms:created>
  <dcterms:modified xsi:type="dcterms:W3CDTF">2026-06-16T03:53:04Z</dcterms:modified>
</cp:coreProperties>
</file>